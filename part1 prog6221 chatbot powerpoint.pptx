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39780-DC42-4810-8B11-56B2A200A7A4}" v="30" dt="2026-04-15T16:45:57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a Michelle Langa" userId="abb0564b66d1a8ae" providerId="LiveId" clId="{1462EB1A-76DD-468E-803D-CA55325FE38C}"/>
    <pc:docChg chg="custSel addSld delSld modSld">
      <pc:chgData name="Angela Michelle Langa" userId="abb0564b66d1a8ae" providerId="LiveId" clId="{1462EB1A-76DD-468E-803D-CA55325FE38C}" dt="2026-04-15T16:46:21.484" v="71" actId="2696"/>
      <pc:docMkLst>
        <pc:docMk/>
      </pc:docMkLst>
      <pc:sldChg chg="modSp new">
        <pc:chgData name="Angela Michelle Langa" userId="abb0564b66d1a8ae" providerId="LiveId" clId="{1462EB1A-76DD-468E-803D-CA55325FE38C}" dt="2026-04-15T16:33:33.626" v="4"/>
        <pc:sldMkLst>
          <pc:docMk/>
          <pc:sldMk cId="926106094" sldId="257"/>
        </pc:sldMkLst>
        <pc:spChg chg="mod">
          <ac:chgData name="Angela Michelle Langa" userId="abb0564b66d1a8ae" providerId="LiveId" clId="{1462EB1A-76DD-468E-803D-CA55325FE38C}" dt="2026-04-15T16:33:20.327" v="3"/>
          <ac:spMkLst>
            <pc:docMk/>
            <pc:sldMk cId="926106094" sldId="257"/>
            <ac:spMk id="2" creationId="{C7303400-EE19-BA2D-70F6-84B48D28010D}"/>
          </ac:spMkLst>
        </pc:spChg>
        <pc:spChg chg="mod">
          <ac:chgData name="Angela Michelle Langa" userId="abb0564b66d1a8ae" providerId="LiveId" clId="{1462EB1A-76DD-468E-803D-CA55325FE38C}" dt="2026-04-15T16:33:33.626" v="4"/>
          <ac:spMkLst>
            <pc:docMk/>
            <pc:sldMk cId="926106094" sldId="257"/>
            <ac:spMk id="3" creationId="{5001965C-8234-36BE-853E-9107B581CEFF}"/>
          </ac:spMkLst>
        </pc:spChg>
      </pc:sldChg>
      <pc:sldChg chg="new del">
        <pc:chgData name="Angela Michelle Langa" userId="abb0564b66d1a8ae" providerId="LiveId" clId="{1462EB1A-76DD-468E-803D-CA55325FE38C}" dt="2026-04-15T16:33:09.673" v="1" actId="47"/>
        <pc:sldMkLst>
          <pc:docMk/>
          <pc:sldMk cId="3955465273" sldId="257"/>
        </pc:sldMkLst>
      </pc:sldChg>
      <pc:sldChg chg="modSp new mod">
        <pc:chgData name="Angela Michelle Langa" userId="abb0564b66d1a8ae" providerId="LiveId" clId="{1462EB1A-76DD-468E-803D-CA55325FE38C}" dt="2026-04-15T16:34:17.210" v="8" actId="27636"/>
        <pc:sldMkLst>
          <pc:docMk/>
          <pc:sldMk cId="1787261062" sldId="258"/>
        </pc:sldMkLst>
        <pc:spChg chg="mod">
          <ac:chgData name="Angela Michelle Langa" userId="abb0564b66d1a8ae" providerId="LiveId" clId="{1462EB1A-76DD-468E-803D-CA55325FE38C}" dt="2026-04-15T16:34:02.873" v="6"/>
          <ac:spMkLst>
            <pc:docMk/>
            <pc:sldMk cId="1787261062" sldId="258"/>
            <ac:spMk id="2" creationId="{32DE12AA-4A84-7F68-FAB6-7140C3DE8CB9}"/>
          </ac:spMkLst>
        </pc:spChg>
        <pc:spChg chg="mod">
          <ac:chgData name="Angela Michelle Langa" userId="abb0564b66d1a8ae" providerId="LiveId" clId="{1462EB1A-76DD-468E-803D-CA55325FE38C}" dt="2026-04-15T16:34:17.210" v="8" actId="27636"/>
          <ac:spMkLst>
            <pc:docMk/>
            <pc:sldMk cId="1787261062" sldId="258"/>
            <ac:spMk id="3" creationId="{322D171F-6D71-361B-B273-820601222B87}"/>
          </ac:spMkLst>
        </pc:spChg>
      </pc:sldChg>
      <pc:sldChg chg="modSp new mod">
        <pc:chgData name="Angela Michelle Langa" userId="abb0564b66d1a8ae" providerId="LiveId" clId="{1462EB1A-76DD-468E-803D-CA55325FE38C}" dt="2026-04-15T16:35:57.621" v="12" actId="27636"/>
        <pc:sldMkLst>
          <pc:docMk/>
          <pc:sldMk cId="3229496192" sldId="259"/>
        </pc:sldMkLst>
        <pc:spChg chg="mod">
          <ac:chgData name="Angela Michelle Langa" userId="abb0564b66d1a8ae" providerId="LiveId" clId="{1462EB1A-76DD-468E-803D-CA55325FE38C}" dt="2026-04-15T16:34:44.920" v="10"/>
          <ac:spMkLst>
            <pc:docMk/>
            <pc:sldMk cId="3229496192" sldId="259"/>
            <ac:spMk id="2" creationId="{F34CA74C-C9CC-76EC-C71C-0BE562BA97A1}"/>
          </ac:spMkLst>
        </pc:spChg>
        <pc:spChg chg="mod">
          <ac:chgData name="Angela Michelle Langa" userId="abb0564b66d1a8ae" providerId="LiveId" clId="{1462EB1A-76DD-468E-803D-CA55325FE38C}" dt="2026-04-15T16:35:57.621" v="12" actId="27636"/>
          <ac:spMkLst>
            <pc:docMk/>
            <pc:sldMk cId="3229496192" sldId="259"/>
            <ac:spMk id="3" creationId="{A0A35EE4-3AF6-8A52-DA0C-AA9BDCF1BF73}"/>
          </ac:spMkLst>
        </pc:spChg>
      </pc:sldChg>
      <pc:sldChg chg="modSp new mod">
        <pc:chgData name="Angela Michelle Langa" userId="abb0564b66d1a8ae" providerId="LiveId" clId="{1462EB1A-76DD-468E-803D-CA55325FE38C}" dt="2026-04-15T16:36:23.984" v="16" actId="27636"/>
        <pc:sldMkLst>
          <pc:docMk/>
          <pc:sldMk cId="3590024609" sldId="260"/>
        </pc:sldMkLst>
        <pc:spChg chg="mod">
          <ac:chgData name="Angela Michelle Langa" userId="abb0564b66d1a8ae" providerId="LiveId" clId="{1462EB1A-76DD-468E-803D-CA55325FE38C}" dt="2026-04-15T16:36:15.115" v="14"/>
          <ac:spMkLst>
            <pc:docMk/>
            <pc:sldMk cId="3590024609" sldId="260"/>
            <ac:spMk id="2" creationId="{AA30F1F5-57C7-FD4C-E663-6660726D771B}"/>
          </ac:spMkLst>
        </pc:spChg>
        <pc:spChg chg="mod">
          <ac:chgData name="Angela Michelle Langa" userId="abb0564b66d1a8ae" providerId="LiveId" clId="{1462EB1A-76DD-468E-803D-CA55325FE38C}" dt="2026-04-15T16:36:23.984" v="16" actId="27636"/>
          <ac:spMkLst>
            <pc:docMk/>
            <pc:sldMk cId="3590024609" sldId="260"/>
            <ac:spMk id="3" creationId="{06BB5DA9-293F-2E4F-7AD3-03DE535A43AF}"/>
          </ac:spMkLst>
        </pc:spChg>
      </pc:sldChg>
      <pc:sldChg chg="modSp new">
        <pc:chgData name="Angela Michelle Langa" userId="abb0564b66d1a8ae" providerId="LiveId" clId="{1462EB1A-76DD-468E-803D-CA55325FE38C}" dt="2026-04-15T16:36:52.737" v="19"/>
        <pc:sldMkLst>
          <pc:docMk/>
          <pc:sldMk cId="3997468575" sldId="261"/>
        </pc:sldMkLst>
        <pc:spChg chg="mod">
          <ac:chgData name="Angela Michelle Langa" userId="abb0564b66d1a8ae" providerId="LiveId" clId="{1462EB1A-76DD-468E-803D-CA55325FE38C}" dt="2026-04-15T16:36:43.524" v="18"/>
          <ac:spMkLst>
            <pc:docMk/>
            <pc:sldMk cId="3997468575" sldId="261"/>
            <ac:spMk id="2" creationId="{EB86EC7C-1675-5A24-C6B0-254964EF8736}"/>
          </ac:spMkLst>
        </pc:spChg>
        <pc:spChg chg="mod">
          <ac:chgData name="Angela Michelle Langa" userId="abb0564b66d1a8ae" providerId="LiveId" clId="{1462EB1A-76DD-468E-803D-CA55325FE38C}" dt="2026-04-15T16:36:52.737" v="19"/>
          <ac:spMkLst>
            <pc:docMk/>
            <pc:sldMk cId="3997468575" sldId="261"/>
            <ac:spMk id="3" creationId="{912313CB-6CDB-7D10-1183-89E91C6DF392}"/>
          </ac:spMkLst>
        </pc:spChg>
      </pc:sldChg>
      <pc:sldChg chg="modSp new">
        <pc:chgData name="Angela Michelle Langa" userId="abb0564b66d1a8ae" providerId="LiveId" clId="{1462EB1A-76DD-468E-803D-CA55325FE38C}" dt="2026-04-15T16:37:30.817" v="22"/>
        <pc:sldMkLst>
          <pc:docMk/>
          <pc:sldMk cId="2318999072" sldId="262"/>
        </pc:sldMkLst>
        <pc:spChg chg="mod">
          <ac:chgData name="Angela Michelle Langa" userId="abb0564b66d1a8ae" providerId="LiveId" clId="{1462EB1A-76DD-468E-803D-CA55325FE38C}" dt="2026-04-15T16:37:21.406" v="21"/>
          <ac:spMkLst>
            <pc:docMk/>
            <pc:sldMk cId="2318999072" sldId="262"/>
            <ac:spMk id="2" creationId="{A0139B78-00F2-D74E-37C3-F06CA3220389}"/>
          </ac:spMkLst>
        </pc:spChg>
        <pc:spChg chg="mod">
          <ac:chgData name="Angela Michelle Langa" userId="abb0564b66d1a8ae" providerId="LiveId" clId="{1462EB1A-76DD-468E-803D-CA55325FE38C}" dt="2026-04-15T16:37:30.817" v="22"/>
          <ac:spMkLst>
            <pc:docMk/>
            <pc:sldMk cId="2318999072" sldId="262"/>
            <ac:spMk id="3" creationId="{4A3DAEC7-2ED5-EA63-E638-C27B2E4CFA06}"/>
          </ac:spMkLst>
        </pc:spChg>
      </pc:sldChg>
      <pc:sldChg chg="modSp new mod">
        <pc:chgData name="Angela Michelle Langa" userId="abb0564b66d1a8ae" providerId="LiveId" clId="{1462EB1A-76DD-468E-803D-CA55325FE38C}" dt="2026-04-15T16:40:46.192" v="28" actId="27636"/>
        <pc:sldMkLst>
          <pc:docMk/>
          <pc:sldMk cId="3630903824" sldId="263"/>
        </pc:sldMkLst>
        <pc:spChg chg="mod">
          <ac:chgData name="Angela Michelle Langa" userId="abb0564b66d1a8ae" providerId="LiveId" clId="{1462EB1A-76DD-468E-803D-CA55325FE38C}" dt="2026-04-15T16:40:43.205" v="26"/>
          <ac:spMkLst>
            <pc:docMk/>
            <pc:sldMk cId="3630903824" sldId="263"/>
            <ac:spMk id="2" creationId="{06833C43-6C1F-4FF1-D8C0-2723630FFB0A}"/>
          </ac:spMkLst>
        </pc:spChg>
        <pc:spChg chg="mod">
          <ac:chgData name="Angela Michelle Langa" userId="abb0564b66d1a8ae" providerId="LiveId" clId="{1462EB1A-76DD-468E-803D-CA55325FE38C}" dt="2026-04-15T16:40:46.192" v="28" actId="27636"/>
          <ac:spMkLst>
            <pc:docMk/>
            <pc:sldMk cId="3630903824" sldId="263"/>
            <ac:spMk id="3" creationId="{5946514D-5A0A-6E67-EDA7-B787E4072A58}"/>
          </ac:spMkLst>
        </pc:spChg>
      </pc:sldChg>
      <pc:sldChg chg="modSp new mod">
        <pc:chgData name="Angela Michelle Langa" userId="abb0564b66d1a8ae" providerId="LiveId" clId="{1462EB1A-76DD-468E-803D-CA55325FE38C}" dt="2026-04-15T16:41:28.857" v="32" actId="20577"/>
        <pc:sldMkLst>
          <pc:docMk/>
          <pc:sldMk cId="1329085152" sldId="264"/>
        </pc:sldMkLst>
        <pc:spChg chg="mod">
          <ac:chgData name="Angela Michelle Langa" userId="abb0564b66d1a8ae" providerId="LiveId" clId="{1462EB1A-76DD-468E-803D-CA55325FE38C}" dt="2026-04-15T16:41:26.047" v="31"/>
          <ac:spMkLst>
            <pc:docMk/>
            <pc:sldMk cId="1329085152" sldId="264"/>
            <ac:spMk id="2" creationId="{52EEE906-90C6-7550-A60F-518109D58DAB}"/>
          </ac:spMkLst>
        </pc:spChg>
        <pc:spChg chg="mod">
          <ac:chgData name="Angela Michelle Langa" userId="abb0564b66d1a8ae" providerId="LiveId" clId="{1462EB1A-76DD-468E-803D-CA55325FE38C}" dt="2026-04-15T16:41:28.857" v="32" actId="20577"/>
          <ac:spMkLst>
            <pc:docMk/>
            <pc:sldMk cId="1329085152" sldId="264"/>
            <ac:spMk id="3" creationId="{10E5ABF7-25EA-4ECB-ADB9-4687A97F499A}"/>
          </ac:spMkLst>
        </pc:spChg>
      </pc:sldChg>
      <pc:sldChg chg="modSp new mod">
        <pc:chgData name="Angela Michelle Langa" userId="abb0564b66d1a8ae" providerId="LiveId" clId="{1462EB1A-76DD-468E-803D-CA55325FE38C}" dt="2026-04-15T16:42:00.977" v="36" actId="20577"/>
        <pc:sldMkLst>
          <pc:docMk/>
          <pc:sldMk cId="2327762988" sldId="265"/>
        </pc:sldMkLst>
        <pc:spChg chg="mod">
          <ac:chgData name="Angela Michelle Langa" userId="abb0564b66d1a8ae" providerId="LiveId" clId="{1462EB1A-76DD-468E-803D-CA55325FE38C}" dt="2026-04-15T16:41:57.930" v="35"/>
          <ac:spMkLst>
            <pc:docMk/>
            <pc:sldMk cId="2327762988" sldId="265"/>
            <ac:spMk id="2" creationId="{307CB6E0-AB40-2695-C349-03C49D18C0A2}"/>
          </ac:spMkLst>
        </pc:spChg>
        <pc:spChg chg="mod">
          <ac:chgData name="Angela Michelle Langa" userId="abb0564b66d1a8ae" providerId="LiveId" clId="{1462EB1A-76DD-468E-803D-CA55325FE38C}" dt="2026-04-15T16:42:00.977" v="36" actId="20577"/>
          <ac:spMkLst>
            <pc:docMk/>
            <pc:sldMk cId="2327762988" sldId="265"/>
            <ac:spMk id="3" creationId="{E10E70D9-FE34-B2C2-3EAC-83081134A898}"/>
          </ac:spMkLst>
        </pc:spChg>
      </pc:sldChg>
      <pc:sldChg chg="modSp new mod">
        <pc:chgData name="Angela Michelle Langa" userId="abb0564b66d1a8ae" providerId="LiveId" clId="{1462EB1A-76DD-468E-803D-CA55325FE38C}" dt="2026-04-15T16:42:32.607" v="42" actId="27636"/>
        <pc:sldMkLst>
          <pc:docMk/>
          <pc:sldMk cId="1249611441" sldId="266"/>
        </pc:sldMkLst>
        <pc:spChg chg="mod">
          <ac:chgData name="Angela Michelle Langa" userId="abb0564b66d1a8ae" providerId="LiveId" clId="{1462EB1A-76DD-468E-803D-CA55325FE38C}" dt="2026-04-15T16:42:29.737" v="40"/>
          <ac:spMkLst>
            <pc:docMk/>
            <pc:sldMk cId="1249611441" sldId="266"/>
            <ac:spMk id="2" creationId="{AD570165-7969-CF96-5A79-7E330A0224CF}"/>
          </ac:spMkLst>
        </pc:spChg>
        <pc:spChg chg="mod">
          <ac:chgData name="Angela Michelle Langa" userId="abb0564b66d1a8ae" providerId="LiveId" clId="{1462EB1A-76DD-468E-803D-CA55325FE38C}" dt="2026-04-15T16:42:32.607" v="42" actId="27636"/>
          <ac:spMkLst>
            <pc:docMk/>
            <pc:sldMk cId="1249611441" sldId="266"/>
            <ac:spMk id="3" creationId="{5B7BCE87-22B7-3824-5178-EEB0C288B6B2}"/>
          </ac:spMkLst>
        </pc:spChg>
      </pc:sldChg>
      <pc:sldChg chg="modSp new mod">
        <pc:chgData name="Angela Michelle Langa" userId="abb0564b66d1a8ae" providerId="LiveId" clId="{1462EB1A-76DD-468E-803D-CA55325FE38C}" dt="2026-04-15T16:43:08.152" v="48" actId="27636"/>
        <pc:sldMkLst>
          <pc:docMk/>
          <pc:sldMk cId="734810107" sldId="267"/>
        </pc:sldMkLst>
        <pc:spChg chg="mod">
          <ac:chgData name="Angela Michelle Langa" userId="abb0564b66d1a8ae" providerId="LiveId" clId="{1462EB1A-76DD-468E-803D-CA55325FE38C}" dt="2026-04-15T16:43:05.605" v="46"/>
          <ac:spMkLst>
            <pc:docMk/>
            <pc:sldMk cId="734810107" sldId="267"/>
            <ac:spMk id="2" creationId="{EBBAB3BC-4445-F49C-DA3D-D7914970EC4E}"/>
          </ac:spMkLst>
        </pc:spChg>
        <pc:spChg chg="mod">
          <ac:chgData name="Angela Michelle Langa" userId="abb0564b66d1a8ae" providerId="LiveId" clId="{1462EB1A-76DD-468E-803D-CA55325FE38C}" dt="2026-04-15T16:43:08.152" v="48" actId="27636"/>
          <ac:spMkLst>
            <pc:docMk/>
            <pc:sldMk cId="734810107" sldId="267"/>
            <ac:spMk id="3" creationId="{74BC2579-5221-707C-C6C4-F681FD6B2CA9}"/>
          </ac:spMkLst>
        </pc:spChg>
      </pc:sldChg>
      <pc:sldChg chg="modSp new mod">
        <pc:chgData name="Angela Michelle Langa" userId="abb0564b66d1a8ae" providerId="LiveId" clId="{1462EB1A-76DD-468E-803D-CA55325FE38C}" dt="2026-04-15T16:43:42.545" v="52" actId="20577"/>
        <pc:sldMkLst>
          <pc:docMk/>
          <pc:sldMk cId="4682298" sldId="268"/>
        </pc:sldMkLst>
        <pc:spChg chg="mod">
          <ac:chgData name="Angela Michelle Langa" userId="abb0564b66d1a8ae" providerId="LiveId" clId="{1462EB1A-76DD-468E-803D-CA55325FE38C}" dt="2026-04-15T16:43:39.556" v="51"/>
          <ac:spMkLst>
            <pc:docMk/>
            <pc:sldMk cId="4682298" sldId="268"/>
            <ac:spMk id="2" creationId="{85108EEF-A611-89BF-91DA-9A83ED5C3E2F}"/>
          </ac:spMkLst>
        </pc:spChg>
        <pc:spChg chg="mod">
          <ac:chgData name="Angela Michelle Langa" userId="abb0564b66d1a8ae" providerId="LiveId" clId="{1462EB1A-76DD-468E-803D-CA55325FE38C}" dt="2026-04-15T16:43:42.545" v="52" actId="20577"/>
          <ac:spMkLst>
            <pc:docMk/>
            <pc:sldMk cId="4682298" sldId="268"/>
            <ac:spMk id="3" creationId="{780E356F-FB2B-05DB-3DCA-962FC770D2BF}"/>
          </ac:spMkLst>
        </pc:spChg>
      </pc:sldChg>
      <pc:sldChg chg="modSp new mod">
        <pc:chgData name="Angela Michelle Langa" userId="abb0564b66d1a8ae" providerId="LiveId" clId="{1462EB1A-76DD-468E-803D-CA55325FE38C}" dt="2026-04-15T16:44:16.413" v="56" actId="20577"/>
        <pc:sldMkLst>
          <pc:docMk/>
          <pc:sldMk cId="4264044238" sldId="269"/>
        </pc:sldMkLst>
        <pc:spChg chg="mod">
          <ac:chgData name="Angela Michelle Langa" userId="abb0564b66d1a8ae" providerId="LiveId" clId="{1462EB1A-76DD-468E-803D-CA55325FE38C}" dt="2026-04-15T16:44:13.876" v="55"/>
          <ac:spMkLst>
            <pc:docMk/>
            <pc:sldMk cId="4264044238" sldId="269"/>
            <ac:spMk id="2" creationId="{06BFEC01-FDD7-6230-BBB3-4B287F77C1C0}"/>
          </ac:spMkLst>
        </pc:spChg>
        <pc:spChg chg="mod">
          <ac:chgData name="Angela Michelle Langa" userId="abb0564b66d1a8ae" providerId="LiveId" clId="{1462EB1A-76DD-468E-803D-CA55325FE38C}" dt="2026-04-15T16:44:16.413" v="56" actId="20577"/>
          <ac:spMkLst>
            <pc:docMk/>
            <pc:sldMk cId="4264044238" sldId="269"/>
            <ac:spMk id="3" creationId="{8026CA42-2ABB-4164-039D-E6A8FC51E2B0}"/>
          </ac:spMkLst>
        </pc:spChg>
      </pc:sldChg>
      <pc:sldChg chg="modSp new mod">
        <pc:chgData name="Angela Michelle Langa" userId="abb0564b66d1a8ae" providerId="LiveId" clId="{1462EB1A-76DD-468E-803D-CA55325FE38C}" dt="2026-04-15T16:45:31.896" v="65" actId="27636"/>
        <pc:sldMkLst>
          <pc:docMk/>
          <pc:sldMk cId="691002046" sldId="270"/>
        </pc:sldMkLst>
        <pc:spChg chg="mod">
          <ac:chgData name="Angela Michelle Langa" userId="abb0564b66d1a8ae" providerId="LiveId" clId="{1462EB1A-76DD-468E-803D-CA55325FE38C}" dt="2026-04-15T16:45:29.117" v="63"/>
          <ac:spMkLst>
            <pc:docMk/>
            <pc:sldMk cId="691002046" sldId="270"/>
            <ac:spMk id="2" creationId="{D5EE0A85-9EBB-3BF3-74B4-A4710BB7E0DA}"/>
          </ac:spMkLst>
        </pc:spChg>
        <pc:spChg chg="mod">
          <ac:chgData name="Angela Michelle Langa" userId="abb0564b66d1a8ae" providerId="LiveId" clId="{1462EB1A-76DD-468E-803D-CA55325FE38C}" dt="2026-04-15T16:45:31.896" v="65" actId="27636"/>
          <ac:spMkLst>
            <pc:docMk/>
            <pc:sldMk cId="691002046" sldId="270"/>
            <ac:spMk id="3" creationId="{E32B54E0-8E22-B368-4326-C321C41FDB73}"/>
          </ac:spMkLst>
        </pc:spChg>
      </pc:sldChg>
      <pc:sldChg chg="addSp new del mod">
        <pc:chgData name="Angela Michelle Langa" userId="abb0564b66d1a8ae" providerId="LiveId" clId="{1462EB1A-76DD-468E-803D-CA55325FE38C}" dt="2026-04-15T16:45:05.719" v="59" actId="2696"/>
        <pc:sldMkLst>
          <pc:docMk/>
          <pc:sldMk cId="3905161938" sldId="270"/>
        </pc:sldMkLst>
        <pc:spChg chg="add">
          <ac:chgData name="Angela Michelle Langa" userId="abb0564b66d1a8ae" providerId="LiveId" clId="{1462EB1A-76DD-468E-803D-CA55325FE38C}" dt="2026-04-15T16:44:43.091" v="58" actId="22"/>
          <ac:spMkLst>
            <pc:docMk/>
            <pc:sldMk cId="3905161938" sldId="270"/>
            <ac:spMk id="5" creationId="{68F7028B-42D6-43FC-6141-B6628E0606CA}"/>
          </ac:spMkLst>
        </pc:spChg>
      </pc:sldChg>
      <pc:sldChg chg="modSp new mod">
        <pc:chgData name="Angela Michelle Langa" userId="abb0564b66d1a8ae" providerId="LiveId" clId="{1462EB1A-76DD-468E-803D-CA55325FE38C}" dt="2026-04-15T16:46:01.280" v="69" actId="20577"/>
        <pc:sldMkLst>
          <pc:docMk/>
          <pc:sldMk cId="2967881527" sldId="271"/>
        </pc:sldMkLst>
        <pc:spChg chg="mod">
          <ac:chgData name="Angela Michelle Langa" userId="abb0564b66d1a8ae" providerId="LiveId" clId="{1462EB1A-76DD-468E-803D-CA55325FE38C}" dt="2026-04-15T16:45:57.986" v="68"/>
          <ac:spMkLst>
            <pc:docMk/>
            <pc:sldMk cId="2967881527" sldId="271"/>
            <ac:spMk id="2" creationId="{945A238B-A984-3AB6-2F2A-8F9D5B910444}"/>
          </ac:spMkLst>
        </pc:spChg>
        <pc:spChg chg="mod">
          <ac:chgData name="Angela Michelle Langa" userId="abb0564b66d1a8ae" providerId="LiveId" clId="{1462EB1A-76DD-468E-803D-CA55325FE38C}" dt="2026-04-15T16:46:01.280" v="69" actId="20577"/>
          <ac:spMkLst>
            <pc:docMk/>
            <pc:sldMk cId="2967881527" sldId="271"/>
            <ac:spMk id="3" creationId="{24F88CBE-FA10-6765-5CE9-AE2DA34279F3}"/>
          </ac:spMkLst>
        </pc:spChg>
      </pc:sldChg>
      <pc:sldChg chg="new del">
        <pc:chgData name="Angela Michelle Langa" userId="abb0564b66d1a8ae" providerId="LiveId" clId="{1462EB1A-76DD-468E-803D-CA55325FE38C}" dt="2026-04-15T16:46:21.484" v="71" actId="2696"/>
        <pc:sldMkLst>
          <pc:docMk/>
          <pc:sldMk cId="549449855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A5CE-3C69-F379-0BE6-DB14A5F8C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A8C6C-E97E-772D-A773-B4DF588DE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0F74-FEA6-2FCC-13F8-1E7D5E42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E8BD6-44DE-D919-B9C8-64AA466A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33C8-8C57-5796-A4F9-FE356250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308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4697-146C-FF4E-EC46-F61BAA61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6453-4F0D-1AD2-0DE2-65B151187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A0469-076C-17E2-EEAB-99D065C06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AD4C5-1699-FA0A-8F9F-89B751BE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72B7B-9040-D04C-935B-C12E0E52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314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9D62-1B53-F357-9201-44DB1333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34BF3-948D-0E13-0931-D73A95C8D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E739A-650A-AF94-6617-D46E3D8B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840D4-F2B4-61A3-25E8-56708247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3F632-AB08-4D0E-C1F9-BFE6EA43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975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441A-650C-62FA-24F2-82B23A7B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AF2C1-69F7-A5FE-7A25-BDB2D822F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1241-D3ED-E9F4-F33F-302D3718F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8D3A7-0F09-C8A9-CBCC-B1AF86AF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4BD29-086C-A480-4F55-8DE490CB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81294-A5F3-B74A-8600-CC62DE7D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92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43A8-F1E7-7602-5484-02EC6BCC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5818C-B1F3-2B30-774E-A6501ED4C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0D83F-F6E7-FC02-5085-D28200A08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6BFC5-706E-9026-1217-28F28D545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FDB44-FEA7-00DC-E1FB-05594429D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25503-CC61-0804-5D1C-48AA8D2E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981C7-5618-F7C8-A357-AFCF6C12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53E25-B1A5-3742-A75F-7EE79CFB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181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5C5B-9462-89C0-8675-2D68F70A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5C8D7-B5AE-9ECA-DC3D-D1EFB306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ACD47-7F7F-0096-AC03-0ABEFF27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1ECD8-99B7-6132-5CAF-9221D912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984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F4970-6C1A-C48D-EBA5-80A4BCA5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21622-C822-C388-9E1A-E5288003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4E38E-5F19-2675-5FBE-88F6D896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65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0C5B-D2FE-E5BF-8A26-7EF30384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85548-7859-CD80-3DFA-03E03E09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82EEB-172C-5422-2CCF-09DBB8EA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C8B42-56D9-16B6-377A-BF764299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2A952-7A37-1E17-D2F8-1ACE8B3D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AAE3A-45CA-C8E2-6C93-73C26110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446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2D21-AB97-8507-A614-CA892939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BE32A-CD1A-727E-7237-C3DD8DD6A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2D265-0B03-229F-ED01-05E0A16D6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5B97B-C434-193F-9D2F-5551B04A7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72335-F55C-A0D5-76BA-D21AA374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6A56A-E899-BCC3-2BD7-64D5E90F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124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DA45-543B-6896-74BA-84C50CFB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690E6-3885-1C79-CD2D-5CD142696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A7B2A-3C88-8693-218F-E9721F0D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80C98-D8A9-3070-A8B0-3CC136E9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0D7F1-79E4-E558-2B1B-54A53419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8561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9BE2AE-D567-A99F-ECAC-3E1055BFD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8E7C7-2B41-95B4-BF1F-46C3421D0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830DB-7005-D3EE-9A0F-5FE8E9F1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9BB0C-45DF-5011-5942-A987BAE1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4F562-CCC5-4646-B152-61594C32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2463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54787-C9EE-5756-3F3D-BEA533A0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3A033-AC63-044D-F682-8809B4A70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5411D-7AFB-8DB5-01D5-23AE36B09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D258E-6CA5-4C70-A28C-16DCB7F6E759}" type="datetimeFigureOut">
              <a:rPr lang="en-ZA" smtClean="0"/>
              <a:t>2026/04/15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51E07-154B-ECDF-8B5C-8C103B257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A716E-0F5A-B053-0C5D-B352CEF19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3BE15-8755-4C69-AF17-3E59F92E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76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BF9B-E42E-57CC-0703-1E3E88D79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Cybersecurity Awareness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EAFBE-8CB7-F9C7-EF3F-DEA27310D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Console-based chatbot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1336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3400-EE19-BA2D-70F6-84B48D28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the Code: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1965C-8234-36BE-853E-9107B581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The program acts as an </a:t>
            </a:r>
            <a:r>
              <a:rPr lang="en-US" b="1" dirty="0">
                <a:ea typeface="+mn-lt"/>
                <a:cs typeface="+mn-lt"/>
              </a:rPr>
              <a:t>interactive bot</a:t>
            </a:r>
            <a:r>
              <a:rPr lang="en-US" dirty="0">
                <a:ea typeface="+mn-lt"/>
                <a:cs typeface="+mn-lt"/>
              </a:rPr>
              <a:t> that answers questions about safe online practices (password safety, phishing, safe browsing).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It’s meant to </a:t>
            </a:r>
            <a:r>
              <a:rPr lang="en-US" b="1" dirty="0">
                <a:ea typeface="+mn-lt"/>
                <a:cs typeface="+mn-lt"/>
              </a:rPr>
              <a:t>educate users</a:t>
            </a:r>
            <a:r>
              <a:rPr lang="en-US" dirty="0">
                <a:ea typeface="+mn-lt"/>
                <a:cs typeface="+mn-lt"/>
              </a:rPr>
              <a:t> in a fun, engaging way by simulating a conversation.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now also includes a </a:t>
            </a:r>
            <a:r>
              <a:rPr lang="en-US" b="1" dirty="0">
                <a:ea typeface="+mn-lt"/>
                <a:cs typeface="+mn-lt"/>
              </a:rPr>
              <a:t>voice greeting and spoken responses</a:t>
            </a:r>
            <a:r>
              <a:rPr lang="en-US" dirty="0">
                <a:ea typeface="+mn-lt"/>
                <a:cs typeface="+mn-lt"/>
              </a:rPr>
              <a:t>, so the bot doesn’t just print text — it talks to the user.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2610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12AA-4A84-7F68-FAB6-7140C3DE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logic concepts: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D171F-6D71-361B-B273-82060122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Keyword Matching</a:t>
            </a:r>
            <a:r>
              <a:rPr lang="en-US" dirty="0">
                <a:ea typeface="+mn-lt"/>
                <a:cs typeface="+mn-lt"/>
              </a:rPr>
              <a:t>: The bot doesn’t understand full natural language — it looks for keywords (</a:t>
            </a:r>
            <a:r>
              <a:rPr lang="en-US" dirty="0">
                <a:latin typeface="Consolas"/>
              </a:rPr>
              <a:t>Contains("password")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Contains("phishing")</a:t>
            </a:r>
            <a:r>
              <a:rPr lang="en-US" dirty="0">
                <a:ea typeface="+mn-lt"/>
                <a:cs typeface="+mn-lt"/>
              </a:rPr>
              <a:t>) to decide which response to give.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Randomization</a:t>
            </a:r>
            <a:r>
              <a:rPr lang="en-US" dirty="0">
                <a:ea typeface="+mn-lt"/>
                <a:cs typeface="+mn-lt"/>
              </a:rPr>
              <a:t>: For general topics, it picks a random response from an array using </a:t>
            </a:r>
            <a:r>
              <a:rPr lang="en-US" dirty="0" err="1">
                <a:latin typeface="Consolas"/>
              </a:rPr>
              <a:t>rand.Next</a:t>
            </a:r>
            <a:r>
              <a:rPr lang="en-US" dirty="0">
                <a:latin typeface="Consolas"/>
              </a:rPr>
              <a:t>()</a:t>
            </a:r>
            <a:r>
              <a:rPr lang="en-US" dirty="0">
                <a:ea typeface="+mn-lt"/>
                <a:cs typeface="+mn-lt"/>
              </a:rPr>
              <a:t>. This makes answers feel less repetitive.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Looping</a:t>
            </a:r>
            <a:r>
              <a:rPr lang="en-US" dirty="0">
                <a:ea typeface="+mn-lt"/>
                <a:cs typeface="+mn-lt"/>
              </a:rPr>
              <a:t>: The chatbot runs in a </a:t>
            </a:r>
            <a:r>
              <a:rPr lang="en-US" dirty="0">
                <a:latin typeface="Consolas"/>
              </a:rPr>
              <a:t>while(true)</a:t>
            </a:r>
            <a:r>
              <a:rPr lang="en-US" dirty="0">
                <a:ea typeface="+mn-lt"/>
                <a:cs typeface="+mn-lt"/>
              </a:rPr>
              <a:t> loop until the user types </a:t>
            </a:r>
            <a:r>
              <a:rPr lang="en-US" dirty="0">
                <a:latin typeface="Consolas"/>
              </a:rPr>
              <a:t>"exit"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Validation</a:t>
            </a:r>
            <a:r>
              <a:rPr lang="en-US" dirty="0">
                <a:ea typeface="+mn-lt"/>
                <a:cs typeface="+mn-lt"/>
              </a:rPr>
              <a:t>: Ensures the user enters a non-empty name before proceeding.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Voice Output</a:t>
            </a:r>
            <a:r>
              <a:rPr lang="en-US" dirty="0">
                <a:ea typeface="+mn-lt"/>
                <a:cs typeface="+mn-lt"/>
              </a:rPr>
              <a:t>: Every response (welcome, answers, errors, goodbye) is spoken aloud using </a:t>
            </a:r>
            <a:r>
              <a:rPr lang="en-US" dirty="0" err="1">
                <a:latin typeface="Consolas"/>
              </a:rPr>
              <a:t>SpeechSynthesizer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8726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A74C-C9CC-76EC-C71C-0BE562BA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used: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35EE4-3AF6-8A52-DA0C-AA9BDCF1B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AutoNum type="arabicPeriod"/>
            </a:pPr>
            <a:r>
              <a:rPr lang="en-US" b="1" dirty="0">
                <a:ea typeface="+mn-lt"/>
                <a:cs typeface="+mn-lt"/>
              </a:rPr>
              <a:t>C# Programming Language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entire bot is written in C#, a modern, object-oriented language widely used for Windows applications.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2. .NET Framework (Windows-only)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project must target </a:t>
            </a:r>
            <a:r>
              <a:rPr lang="en-US" b="1" dirty="0">
                <a:ea typeface="+mn-lt"/>
                <a:cs typeface="+mn-lt"/>
              </a:rPr>
              <a:t>.NET Framework 4.x</a:t>
            </a:r>
            <a:r>
              <a:rPr lang="en-US" dirty="0">
                <a:ea typeface="+mn-lt"/>
                <a:cs typeface="+mn-lt"/>
              </a:rPr>
              <a:t> (not .NET Core/5/6/7) because it uses </a:t>
            </a:r>
            <a:r>
              <a:rPr lang="en-US" dirty="0" err="1">
                <a:latin typeface="Consolas"/>
              </a:rPr>
              <a:t>System.Speech.Synthesis</a:t>
            </a:r>
            <a:r>
              <a:rPr lang="en-US" dirty="0">
                <a:ea typeface="+mn-lt"/>
                <a:cs typeface="+mn-lt"/>
              </a:rPr>
              <a:t>, which is only implemented in the full Windows Framework.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3. </a:t>
            </a:r>
            <a:r>
              <a:rPr lang="en-US" b="1" dirty="0" err="1">
                <a:ea typeface="+mn-lt"/>
                <a:cs typeface="+mn-lt"/>
              </a:rPr>
              <a:t>System.Speech.Synthesis</a:t>
            </a:r>
            <a:r>
              <a:rPr lang="en-US" b="1" dirty="0">
                <a:ea typeface="+mn-lt"/>
                <a:cs typeface="+mn-lt"/>
              </a:rPr>
              <a:t> Namespace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Text-to-Speech (TTS)</a:t>
            </a:r>
            <a:r>
              <a:rPr lang="en-US" dirty="0">
                <a:ea typeface="+mn-lt"/>
                <a:cs typeface="+mn-lt"/>
              </a:rPr>
              <a:t> functionality.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dirty="0" err="1">
                <a:latin typeface="Consolas"/>
              </a:rPr>
              <a:t>SpeechSynthesizer</a:t>
            </a:r>
            <a:r>
              <a:rPr lang="en-US" dirty="0">
                <a:ea typeface="+mn-lt"/>
                <a:cs typeface="+mn-lt"/>
              </a:rPr>
              <a:t> class converts text into spoken audio.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For example:</a:t>
            </a:r>
            <a:r>
              <a:rPr lang="en-US" dirty="0"/>
              <a:t> </a:t>
            </a:r>
            <a:r>
              <a:rPr lang="en-US" sz="3000" dirty="0" err="1"/>
              <a:t>synth.Speak</a:t>
            </a:r>
            <a:r>
              <a:rPr lang="en-US" sz="3000" dirty="0"/>
              <a:t>("Hello, welcome to the Cybersecurity Awareness Bot!");</a:t>
            </a:r>
            <a:endParaRPr lang="en-US" dirty="0"/>
          </a:p>
          <a:p>
            <a:pPr marL="0" indent="0">
              <a:buNone/>
            </a:pPr>
            <a:r>
              <a:rPr lang="en-US" sz="3000" b="1" dirty="0">
                <a:ea typeface="+mn-lt"/>
                <a:cs typeface="+mn-lt"/>
              </a:rPr>
              <a:t>4. Console Application</a:t>
            </a:r>
            <a:endParaRPr lang="en-US" sz="3000" dirty="0"/>
          </a:p>
          <a:p>
            <a:pPr>
              <a:buAutoNum type="arabicPeriod"/>
            </a:pPr>
            <a:r>
              <a:rPr lang="en-US" sz="3000" dirty="0">
                <a:ea typeface="+mn-lt"/>
                <a:cs typeface="+mn-lt"/>
              </a:rPr>
              <a:t>Runs in the terminal/command prompt.</a:t>
            </a:r>
            <a:endParaRPr lang="en-US" dirty="0"/>
          </a:p>
          <a:p>
            <a:pPr>
              <a:buAutoNum type="arabicPeriod"/>
            </a:pPr>
            <a:r>
              <a:rPr lang="en-US" sz="3000" dirty="0">
                <a:ea typeface="+mn-lt"/>
                <a:cs typeface="+mn-lt"/>
              </a:rPr>
              <a:t>Uses </a:t>
            </a:r>
            <a:r>
              <a:rPr lang="en-US" sz="3000" dirty="0" err="1">
                <a:latin typeface="Consolas"/>
              </a:rPr>
              <a:t>Console.WriteLine</a:t>
            </a:r>
            <a:r>
              <a:rPr lang="en-US" sz="3000" dirty="0">
                <a:ea typeface="+mn-lt"/>
                <a:cs typeface="+mn-lt"/>
              </a:rPr>
              <a:t> for text output and </a:t>
            </a:r>
            <a:r>
              <a:rPr lang="en-US" sz="3000" dirty="0" err="1">
                <a:latin typeface="Consolas"/>
              </a:rPr>
              <a:t>Console.ReadLine</a:t>
            </a:r>
            <a:r>
              <a:rPr lang="en-US" sz="3000" dirty="0">
                <a:ea typeface="+mn-lt"/>
                <a:cs typeface="+mn-lt"/>
              </a:rPr>
              <a:t> for user input.</a:t>
            </a:r>
            <a:endParaRPr lang="en-US" dirty="0"/>
          </a:p>
          <a:p>
            <a:pPr>
              <a:buAutoNum type="arabicPeriod"/>
            </a:pPr>
            <a:r>
              <a:rPr lang="en-US" sz="3000" dirty="0">
                <a:ea typeface="+mn-lt"/>
                <a:cs typeface="+mn-lt"/>
              </a:rPr>
              <a:t>Colors (</a:t>
            </a:r>
            <a:r>
              <a:rPr lang="en-US" sz="3000" dirty="0" err="1">
                <a:latin typeface="Consolas"/>
              </a:rPr>
              <a:t>Console.ForegroundColor</a:t>
            </a:r>
            <a:r>
              <a:rPr lang="en-US" sz="3000" dirty="0">
                <a:ea typeface="+mn-lt"/>
                <a:cs typeface="+mn-lt"/>
              </a:rPr>
              <a:t>) make the interface more engaging.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29496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F1F5-57C7-FD4C-E663-6660726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chatbot works: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5DA9-293F-2E4F-7AD3-03DE535A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1.Startup</a:t>
            </a:r>
            <a:r>
              <a:rPr lang="en-US" dirty="0">
                <a:ea typeface="+mn-lt"/>
                <a:cs typeface="+mn-lt"/>
              </a:rPr>
              <a:t>: Displays a header with ASCII art and speaks an introduction.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2.User Input</a:t>
            </a:r>
            <a:r>
              <a:rPr lang="en-US" dirty="0">
                <a:ea typeface="+mn-lt"/>
                <a:cs typeface="+mn-lt"/>
              </a:rPr>
              <a:t>: Asks for the user’s name, greets them with text and voice.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3.Main Loop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Waits for questions.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Matches keywords (like “password”, “phishing”, “browsing”).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Responds with either a </a:t>
            </a:r>
            <a:r>
              <a:rPr lang="en-US" b="1" dirty="0">
                <a:ea typeface="+mn-lt"/>
                <a:cs typeface="+mn-lt"/>
              </a:rPr>
              <a:t>predefined answer</a:t>
            </a:r>
            <a:r>
              <a:rPr lang="en-US" dirty="0">
                <a:ea typeface="+mn-lt"/>
                <a:cs typeface="+mn-lt"/>
              </a:rPr>
              <a:t> or a </a:t>
            </a:r>
            <a:r>
              <a:rPr lang="en-US" b="1" dirty="0">
                <a:ea typeface="+mn-lt"/>
                <a:cs typeface="+mn-lt"/>
              </a:rPr>
              <a:t>random tip</a:t>
            </a:r>
            <a:r>
              <a:rPr lang="en-US" dirty="0">
                <a:ea typeface="+mn-lt"/>
                <a:cs typeface="+mn-lt"/>
              </a:rPr>
              <a:t> from an array.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Speaks the response aloud using </a:t>
            </a:r>
            <a:r>
              <a:rPr lang="en-US" dirty="0" err="1">
                <a:latin typeface="Consolas"/>
              </a:rPr>
              <a:t>SpeechSynthesizer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4.Exit</a:t>
            </a:r>
            <a:r>
              <a:rPr lang="en-US" dirty="0">
                <a:ea typeface="+mn-lt"/>
                <a:cs typeface="+mn-lt"/>
              </a:rPr>
              <a:t>: If the user types </a:t>
            </a:r>
            <a:r>
              <a:rPr lang="en-US" dirty="0">
                <a:latin typeface="Consolas"/>
              </a:rPr>
              <a:t>exit</a:t>
            </a:r>
            <a:r>
              <a:rPr lang="en-US" dirty="0">
                <a:ea typeface="+mn-lt"/>
                <a:cs typeface="+mn-lt"/>
              </a:rPr>
              <a:t>, the bot says goodbye in text and voice, then ends.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002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EC7C-1675-5A24-C6B0-254964EF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interatcion</a:t>
            </a:r>
            <a:r>
              <a:rPr lang="en-US" dirty="0"/>
              <a:t>: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313CB-6CDB-7D10-1183-89E91C6DF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User runs the program.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Bot says: </a:t>
            </a:r>
            <a:r>
              <a:rPr lang="en-US" i="1" dirty="0">
                <a:ea typeface="+mn-lt"/>
                <a:cs typeface="+mn-lt"/>
              </a:rPr>
              <a:t>“Hello! I am your Cybersecurity Awareness Bot. Let’s learn how to stay safe online.”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 enters name → Bot greets them with text and voice.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 asks: </a:t>
            </a:r>
            <a:r>
              <a:rPr lang="en-US" i="1" dirty="0">
                <a:ea typeface="+mn-lt"/>
                <a:cs typeface="+mn-lt"/>
              </a:rPr>
              <a:t>“How do I create a strong password?”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Bot replies: </a:t>
            </a:r>
            <a:r>
              <a:rPr lang="en-US" i="1" dirty="0">
                <a:ea typeface="+mn-lt"/>
                <a:cs typeface="+mn-lt"/>
              </a:rPr>
              <a:t>“A strong password should contain at least 12 characters including letters, numbers, and symbols.”</a:t>
            </a:r>
            <a:r>
              <a:rPr lang="en-US" dirty="0">
                <a:ea typeface="+mn-lt"/>
                <a:cs typeface="+mn-lt"/>
              </a:rPr>
              <a:t> (spoken and printed).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 types </a:t>
            </a:r>
            <a:r>
              <a:rPr lang="en-US" dirty="0">
                <a:latin typeface="Consolas"/>
              </a:rPr>
              <a:t>exit</a:t>
            </a:r>
            <a:r>
              <a:rPr lang="en-US" dirty="0">
                <a:ea typeface="+mn-lt"/>
                <a:cs typeface="+mn-lt"/>
              </a:rPr>
              <a:t> → Bot says goodbye.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97468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9B78-00F2-D74E-37C3-F06CA322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useful?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DAEC7-2ED5-EA63-E638-C27B2E4CF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It’s a </a:t>
            </a:r>
            <a:r>
              <a:rPr lang="en-US" b="1" dirty="0">
                <a:ea typeface="+mn-lt"/>
                <a:cs typeface="+mn-lt"/>
              </a:rPr>
              <a:t>learning tool</a:t>
            </a:r>
            <a:r>
              <a:rPr lang="en-US" dirty="0">
                <a:ea typeface="+mn-lt"/>
                <a:cs typeface="+mn-lt"/>
              </a:rPr>
              <a:t> for cybersecurity basics.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demonstrates </a:t>
            </a:r>
            <a:r>
              <a:rPr lang="en-US" b="1" dirty="0">
                <a:ea typeface="+mn-lt"/>
                <a:cs typeface="+mn-lt"/>
              </a:rPr>
              <a:t>C# console programming</a:t>
            </a:r>
            <a:r>
              <a:rPr lang="en-US" dirty="0">
                <a:ea typeface="+mn-lt"/>
                <a:cs typeface="+mn-lt"/>
              </a:rPr>
              <a:t> (loops, conditionals, arrays, methods).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integrates </a:t>
            </a:r>
            <a:r>
              <a:rPr lang="en-US" b="1" dirty="0">
                <a:ea typeface="+mn-lt"/>
                <a:cs typeface="+mn-lt"/>
              </a:rPr>
              <a:t>voice output</a:t>
            </a:r>
            <a:r>
              <a:rPr lang="en-US" dirty="0">
                <a:ea typeface="+mn-lt"/>
                <a:cs typeface="+mn-lt"/>
              </a:rPr>
              <a:t>, making it more interactive and accessible.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can be extended with more topics or even connected to external APIs for real-time security tips.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1899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3C43-6C1F-4FF1-D8C0-2723630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DisplayHeader</a:t>
            </a:r>
            <a:r>
              <a:rPr lang="en-US" b="1" dirty="0"/>
              <a:t> Method: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514D-5A0A-6E67-EDA7-B787E4072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Purpose:</a:t>
            </a:r>
            <a:r>
              <a:rPr lang="en-US" dirty="0"/>
              <a:t> Displays a welcome header with a logo and introduction message. </a:t>
            </a:r>
          </a:p>
          <a:p>
            <a:r>
              <a:rPr lang="en-US" b="1" dirty="0"/>
              <a:t>Logic: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Uses </a:t>
            </a:r>
            <a:r>
              <a:rPr lang="en-US" dirty="0" err="1"/>
              <a:t>Console.ForegroundColor</a:t>
            </a:r>
            <a:r>
              <a:rPr lang="en-US" dirty="0"/>
              <a:t> to change text color to </a:t>
            </a:r>
            <a:r>
              <a:rPr lang="en-US" b="1" dirty="0"/>
              <a:t>cyan</a:t>
            </a:r>
            <a:r>
              <a:rPr lang="en-US" dirty="0"/>
              <a:t> for the header, making it visually distinct. </a:t>
            </a:r>
          </a:p>
          <a:p>
            <a:pPr lvl="1"/>
            <a:r>
              <a:rPr lang="en-US" dirty="0"/>
              <a:t>Then, the bot speaks using the </a:t>
            </a:r>
            <a:r>
              <a:rPr lang="en-US" dirty="0" err="1"/>
              <a:t>SpeechSynthesizer</a:t>
            </a:r>
            <a:r>
              <a:rPr lang="en-US" dirty="0"/>
              <a:t> object (</a:t>
            </a:r>
            <a:r>
              <a:rPr lang="en-US" dirty="0" err="1"/>
              <a:t>synth.Speak</a:t>
            </a:r>
            <a:r>
              <a:rPr lang="en-US" dirty="0"/>
              <a:t>) to introduce itself audibly. </a:t>
            </a:r>
          </a:p>
          <a:p>
            <a:r>
              <a:rPr lang="en-US" b="1" dirty="0"/>
              <a:t>Speech Synthesizer:</a:t>
            </a:r>
            <a:r>
              <a:rPr lang="en-US" dirty="0"/>
              <a:t> The </a:t>
            </a:r>
            <a:r>
              <a:rPr lang="en-US" dirty="0" err="1"/>
              <a:t>SpeechSynthesizer</a:t>
            </a:r>
            <a:r>
              <a:rPr lang="en-US" dirty="0"/>
              <a:t> object is used to convert text into speech. It’s initialized at the top with </a:t>
            </a:r>
            <a:r>
              <a:rPr lang="en-US" dirty="0" err="1"/>
              <a:t>SpeechSynthesizer</a:t>
            </a:r>
            <a:r>
              <a:rPr lang="en-US" dirty="0"/>
              <a:t> synth = new </a:t>
            </a:r>
            <a:r>
              <a:rPr lang="en-US" dirty="0" err="1"/>
              <a:t>SpeechSynthesizer</a:t>
            </a:r>
            <a:r>
              <a:rPr lang="en-US" dirty="0"/>
              <a:t>();.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0903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E906-90C6-7550-A60F-518109D5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GetUserName Method: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5ABF7-25EA-4ECB-ADB9-4687A97F4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Purpose:</a:t>
            </a:r>
            <a:r>
              <a:rPr lang="en-US" dirty="0"/>
              <a:t> Prompts the user for their name and ensures the input is not empty. </a:t>
            </a:r>
          </a:p>
          <a:p>
            <a:r>
              <a:rPr lang="en-US" b="1" dirty="0"/>
              <a:t>Logic: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method uses </a:t>
            </a:r>
            <a:r>
              <a:rPr lang="en-US" dirty="0" err="1"/>
              <a:t>Console.ReadLine</a:t>
            </a:r>
            <a:r>
              <a:rPr lang="en-US" dirty="0"/>
              <a:t>() to get user input. </a:t>
            </a:r>
          </a:p>
          <a:p>
            <a:pPr lvl="1"/>
            <a:r>
              <a:rPr lang="en-US" dirty="0"/>
              <a:t>If the input is invalid (empty or whitespace), it keeps asking the user until they provide a valid name. </a:t>
            </a:r>
          </a:p>
          <a:p>
            <a:r>
              <a:rPr lang="en-US" b="1" dirty="0"/>
              <a:t>Error Handling:</a:t>
            </a:r>
            <a:r>
              <a:rPr lang="en-US" dirty="0"/>
              <a:t> Uses a while loop to ensure that the name input is not empty or just spaces.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9085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B6E0-AB40-2695-C349-03C49D18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DisplayWelcome</a:t>
            </a:r>
            <a:r>
              <a:rPr lang="en-US" b="1" dirty="0"/>
              <a:t> Method: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E70D9-FE34-B2C2-3EAC-83081134A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Purpose:</a:t>
            </a:r>
            <a:r>
              <a:rPr lang="en-US" dirty="0"/>
              <a:t> Greets the user by name and introduces the available topics they can ask about. </a:t>
            </a:r>
          </a:p>
          <a:p>
            <a:r>
              <a:rPr lang="en-US" b="1" dirty="0"/>
              <a:t>Logic: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Displays a welcome message in green, which includes the user’s name. </a:t>
            </a:r>
          </a:p>
          <a:p>
            <a:pPr lvl="1"/>
            <a:r>
              <a:rPr lang="en-US" dirty="0"/>
              <a:t>Lists the available topics: </a:t>
            </a:r>
            <a:r>
              <a:rPr lang="en-US" b="1" dirty="0"/>
              <a:t>Password Safety</a:t>
            </a:r>
            <a:r>
              <a:rPr lang="en-US" dirty="0"/>
              <a:t>, </a:t>
            </a:r>
            <a:r>
              <a:rPr lang="en-US" b="1" dirty="0"/>
              <a:t>Phishing</a:t>
            </a:r>
            <a:r>
              <a:rPr lang="en-US" dirty="0"/>
              <a:t>, </a:t>
            </a:r>
            <a:r>
              <a:rPr lang="en-US" b="1" dirty="0"/>
              <a:t>Safe Browsing</a:t>
            </a:r>
            <a:r>
              <a:rPr lang="en-US" dirty="0"/>
              <a:t>, and </a:t>
            </a:r>
            <a:r>
              <a:rPr lang="en-US" b="1" dirty="0"/>
              <a:t>General Questions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bot also speaks a voice greeting to the user.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2776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0165-7969-CF96-5A79-7E330A02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RunChatBot</a:t>
            </a:r>
            <a:r>
              <a:rPr lang="en-US" b="1" dirty="0"/>
              <a:t> Method (Main Loop):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CE87-22B7-3824-5178-EEB0C288B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Purpose:</a:t>
            </a:r>
            <a:r>
              <a:rPr lang="en-US" dirty="0"/>
              <a:t> This is the main logic loop where the bot listens to user input and provides responses based on the user's questions. </a:t>
            </a:r>
          </a:p>
          <a:p>
            <a:r>
              <a:rPr lang="en-US" b="1" dirty="0"/>
              <a:t>Logic: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bot waits for user input using </a:t>
            </a:r>
            <a:r>
              <a:rPr lang="en-US" dirty="0" err="1"/>
              <a:t>Console.ReadLine</a:t>
            </a:r>
            <a:r>
              <a:rPr lang="en-US" dirty="0"/>
              <a:t>() and processes the question. </a:t>
            </a:r>
          </a:p>
          <a:p>
            <a:pPr lvl="1"/>
            <a:r>
              <a:rPr lang="en-US" dirty="0"/>
              <a:t>It uses simple string matching (e.g., </a:t>
            </a:r>
            <a:r>
              <a:rPr lang="en-US" dirty="0" err="1"/>
              <a:t>question.Contains</a:t>
            </a:r>
            <a:r>
              <a:rPr lang="en-US" dirty="0"/>
              <a:t>("password")) to detect what topic the user is asking about and responds accordingly. </a:t>
            </a:r>
          </a:p>
          <a:p>
            <a:pPr lvl="1"/>
            <a:r>
              <a:rPr lang="en-US" dirty="0"/>
              <a:t>Specific answers to certain questions are provided (e.g., </a:t>
            </a:r>
            <a:r>
              <a:rPr lang="en-US" b="1" dirty="0"/>
              <a:t>"How often should I change my password?"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For general questions (e.g., </a:t>
            </a:r>
            <a:r>
              <a:rPr lang="en-US" b="1" dirty="0"/>
              <a:t>"What is phishing?"</a:t>
            </a:r>
            <a:r>
              <a:rPr lang="en-US" dirty="0"/>
              <a:t>), it selects a random response from pre-defined arrays of responses related to that topic. </a:t>
            </a:r>
          </a:p>
          <a:p>
            <a:pPr lvl="1"/>
            <a:r>
              <a:rPr lang="en-US" dirty="0"/>
              <a:t>The bot also handles the </a:t>
            </a:r>
            <a:r>
              <a:rPr lang="en-US" b="1" dirty="0"/>
              <a:t>"exit"</a:t>
            </a:r>
            <a:r>
              <a:rPr lang="en-US" dirty="0"/>
              <a:t> command, which stops the chat.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49611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B3BC-4445-F49C-DA3D-D7914970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Helper Methods: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C2579-5221-707C-C6C4-F681FD6B2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These are methods used to send responses, handle errors, and format the output in a neat way.</a:t>
            </a:r>
          </a:p>
          <a:p>
            <a:r>
              <a:rPr lang="en-US" b="1" dirty="0"/>
              <a:t>Respond Method: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Purpose:</a:t>
            </a:r>
            <a:r>
              <a:rPr lang="en-US" dirty="0"/>
              <a:t> Displays the bot's response in the console and reads it aloud. </a:t>
            </a:r>
          </a:p>
          <a:p>
            <a:pPr lvl="1"/>
            <a:r>
              <a:rPr lang="en-US" b="1" dirty="0"/>
              <a:t>Logic:</a:t>
            </a:r>
            <a:r>
              <a:rPr lang="en-US" dirty="0"/>
              <a:t> Prints the message in cyan color and speaks the message out loud using </a:t>
            </a:r>
            <a:r>
              <a:rPr lang="en-US" dirty="0" err="1"/>
              <a:t>synth.Speak</a:t>
            </a:r>
            <a:r>
              <a:rPr lang="en-US" dirty="0"/>
              <a:t>(message);. </a:t>
            </a:r>
          </a:p>
          <a:p>
            <a:r>
              <a:rPr lang="en-US" b="1" dirty="0" err="1"/>
              <a:t>ShowError</a:t>
            </a:r>
            <a:r>
              <a:rPr lang="en-US" b="1" dirty="0"/>
              <a:t> Method: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Purpose:</a:t>
            </a:r>
            <a:r>
              <a:rPr lang="en-US" dirty="0"/>
              <a:t> Displays an error message when the bot does not understand the user's question or the input is invalid. </a:t>
            </a:r>
          </a:p>
          <a:p>
            <a:pPr lvl="1"/>
            <a:r>
              <a:rPr lang="en-US" b="1" dirty="0"/>
              <a:t>Logic:</a:t>
            </a:r>
            <a:r>
              <a:rPr lang="en-US" dirty="0"/>
              <a:t> Prints an error message in red and speaks the error out loud. </a:t>
            </a:r>
          </a:p>
          <a:p>
            <a:r>
              <a:rPr lang="en-US" b="1" dirty="0" err="1"/>
              <a:t>ShowDivider</a:t>
            </a:r>
            <a:r>
              <a:rPr lang="en-US" b="1" dirty="0"/>
              <a:t> Method: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Purpose:</a:t>
            </a:r>
            <a:r>
              <a:rPr lang="en-US" dirty="0"/>
              <a:t> Prints a divider (a line of equals signs) for better visual formatting. </a:t>
            </a:r>
          </a:p>
          <a:p>
            <a:pPr lvl="1"/>
            <a:r>
              <a:rPr lang="en-US" b="1" dirty="0"/>
              <a:t>Logic:</a:t>
            </a:r>
            <a:r>
              <a:rPr lang="en-US" dirty="0"/>
              <a:t> Just prints a separator line to separate different sections of the conversation or responses.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34810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8EEF-A611-89BF-91DA-9A83ED5C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Response Mechanism: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E356F-FB2B-05DB-3DCA-962FC770D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some topics (e.g., </a:t>
            </a:r>
            <a:r>
              <a:rPr lang="en-US" b="1" dirty="0"/>
              <a:t>Password Safety</a:t>
            </a:r>
            <a:r>
              <a:rPr lang="en-US" dirty="0"/>
              <a:t>, </a:t>
            </a:r>
            <a:r>
              <a:rPr lang="en-US" b="1" dirty="0"/>
              <a:t>Phishing</a:t>
            </a:r>
            <a:r>
              <a:rPr lang="en-US" dirty="0"/>
              <a:t>, and </a:t>
            </a:r>
            <a:r>
              <a:rPr lang="en-US" b="1" dirty="0"/>
              <a:t>Safe Browsing</a:t>
            </a:r>
            <a:r>
              <a:rPr lang="en-US" dirty="0"/>
              <a:t>), the bot has an array of pre-configured responses (</a:t>
            </a:r>
            <a:r>
              <a:rPr lang="en-US" dirty="0" err="1"/>
              <a:t>passwordResponses</a:t>
            </a:r>
            <a:r>
              <a:rPr lang="en-US" dirty="0"/>
              <a:t>, </a:t>
            </a:r>
            <a:r>
              <a:rPr lang="en-US" dirty="0" err="1"/>
              <a:t>phishingResponses</a:t>
            </a:r>
            <a:r>
              <a:rPr lang="en-US" dirty="0"/>
              <a:t>, </a:t>
            </a:r>
            <a:r>
              <a:rPr lang="en-US" dirty="0" err="1"/>
              <a:t>browsingResponses</a:t>
            </a:r>
            <a:r>
              <a:rPr lang="en-US" dirty="0"/>
              <a:t>). </a:t>
            </a:r>
          </a:p>
          <a:p>
            <a:r>
              <a:rPr lang="en-US" dirty="0"/>
              <a:t>The bot selects a random response using </a:t>
            </a:r>
            <a:r>
              <a:rPr lang="en-US" dirty="0" err="1"/>
              <a:t>rand.Next</a:t>
            </a:r>
            <a:r>
              <a:rPr lang="en-US" dirty="0"/>
              <a:t>() to provide variety in its answers, making the interaction feel more dynamic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682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FEC01-FDD7-6230-BBB3-4B287F77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Speech Synthesizer: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CA42-2ABB-4164-039D-E6A8FC51E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Purpose:</a:t>
            </a:r>
            <a:r>
              <a:rPr lang="en-US" dirty="0"/>
              <a:t> To give the bot a voice, enhancing the user experience. </a:t>
            </a:r>
          </a:p>
          <a:p>
            <a:r>
              <a:rPr lang="en-US" dirty="0"/>
              <a:t>The </a:t>
            </a:r>
            <a:r>
              <a:rPr lang="en-US" dirty="0" err="1"/>
              <a:t>SpeechSynthesizer</a:t>
            </a:r>
            <a:r>
              <a:rPr lang="en-US" dirty="0"/>
              <a:t> class is used to </a:t>
            </a:r>
            <a:r>
              <a:rPr lang="en-US" b="1" dirty="0"/>
              <a:t>speak the responses</a:t>
            </a:r>
            <a:r>
              <a:rPr lang="en-US" dirty="0"/>
              <a:t> and introductory text. </a:t>
            </a:r>
          </a:p>
          <a:p>
            <a:r>
              <a:rPr lang="en-US" dirty="0"/>
              <a:t>Example: </a:t>
            </a:r>
            <a:r>
              <a:rPr lang="en-US" dirty="0" err="1"/>
              <a:t>synth.Speak</a:t>
            </a:r>
            <a:r>
              <a:rPr lang="en-US" dirty="0"/>
              <a:t>("Hello! I am your Cybersecurity Awareness Bot.").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64044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0A85-9EBB-3BF3-74B4-A4710BB7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Execution Flow: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B54E0-8E22-B368-4326-C321C41FD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User runs the program.</a:t>
            </a:r>
            <a:r>
              <a:rPr lang="en-US" dirty="0"/>
              <a:t> </a:t>
            </a:r>
          </a:p>
          <a:p>
            <a:r>
              <a:rPr lang="en-US" dirty="0"/>
              <a:t>The bot shows a header (</a:t>
            </a:r>
            <a:r>
              <a:rPr lang="en-US" dirty="0" err="1"/>
              <a:t>DisplayHeader</a:t>
            </a:r>
            <a:r>
              <a:rPr lang="en-US" dirty="0"/>
              <a:t>()), gives a voice greeting, and then asks the user for their name (GetUserName()). </a:t>
            </a:r>
          </a:p>
          <a:p>
            <a:r>
              <a:rPr lang="en-US" dirty="0"/>
              <a:t>After the user enters their name, the bot displays a welcome message and lists topics (</a:t>
            </a:r>
            <a:r>
              <a:rPr lang="en-US" dirty="0" err="1"/>
              <a:t>DisplayWelcome</a:t>
            </a:r>
            <a:r>
              <a:rPr lang="en-US" dirty="0"/>
              <a:t>()). </a:t>
            </a:r>
          </a:p>
          <a:p>
            <a:r>
              <a:rPr lang="en-US" dirty="0"/>
              <a:t>The bot enters a loop (</a:t>
            </a:r>
            <a:r>
              <a:rPr lang="en-US" dirty="0" err="1"/>
              <a:t>RunChatBot</a:t>
            </a:r>
            <a:r>
              <a:rPr lang="en-US" dirty="0"/>
              <a:t>()), where the user can type in questions. </a:t>
            </a:r>
          </a:p>
          <a:p>
            <a:r>
              <a:rPr lang="en-US" dirty="0"/>
              <a:t>The bot checks for specific questions (e.g., "create strong password" or "recognize phishing") and responds with the appropriate answer. </a:t>
            </a:r>
          </a:p>
          <a:p>
            <a:r>
              <a:rPr lang="en-US" dirty="0"/>
              <a:t>If the user asks something unclear or invalid, the bot responds with an error message. </a:t>
            </a:r>
          </a:p>
          <a:p>
            <a:r>
              <a:rPr lang="en-US" dirty="0"/>
              <a:t>The user can type "exit" to quit the program.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91002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238B-A984-3AB6-2F2A-8F9D5B91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Strengths of this Approach: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88CBE-FA10-6765-5CE9-AE2DA3427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Interactive:</a:t>
            </a:r>
            <a:r>
              <a:rPr lang="en-US" dirty="0"/>
              <a:t> The bot is interactive, user-friendly, and provides a dynamic experience by using both text and speech. </a:t>
            </a:r>
          </a:p>
          <a:p>
            <a:r>
              <a:rPr lang="en-US" b="1" dirty="0"/>
              <a:t>Helpful in Cybersecurity:</a:t>
            </a:r>
            <a:r>
              <a:rPr lang="en-US" dirty="0"/>
              <a:t> The bot provides useful advice and raises awareness on various topics like password security, phishing, and safe browsing. </a:t>
            </a:r>
          </a:p>
          <a:p>
            <a:r>
              <a:rPr lang="en-US" b="1" dirty="0"/>
              <a:t>Error Handling:</a:t>
            </a:r>
            <a:r>
              <a:rPr lang="en-US" dirty="0"/>
              <a:t> If the user asks an unclear question, the bot informs them of the issue and prompts them again.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67881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1394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Office Theme</vt:lpstr>
      <vt:lpstr>Cybersecurity Awareness</vt:lpstr>
      <vt:lpstr>Purpose of the Code:</vt:lpstr>
      <vt:lpstr>Key logic concepts:</vt:lpstr>
      <vt:lpstr>Technologies used:</vt:lpstr>
      <vt:lpstr>How the chatbot works:</vt:lpstr>
      <vt:lpstr>Example interatcion:</vt:lpstr>
      <vt:lpstr>Why is it useful?</vt:lpstr>
      <vt:lpstr>DisplayHeader Method: </vt:lpstr>
      <vt:lpstr>GetUserName Method: </vt:lpstr>
      <vt:lpstr>DisplayWelcome Method: </vt:lpstr>
      <vt:lpstr>RunChatBot Method (Main Loop): </vt:lpstr>
      <vt:lpstr>Helper Methods: </vt:lpstr>
      <vt:lpstr>Random Response Mechanism: </vt:lpstr>
      <vt:lpstr>Speech Synthesizer: </vt:lpstr>
      <vt:lpstr>Example Execution Flow: </vt:lpstr>
      <vt:lpstr>Strengths of this Approach: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Michelle Langa</dc:creator>
  <cp:lastModifiedBy>Angela Michelle Langa</cp:lastModifiedBy>
  <cp:revision>1</cp:revision>
  <dcterms:created xsi:type="dcterms:W3CDTF">2026-04-15T16:30:37Z</dcterms:created>
  <dcterms:modified xsi:type="dcterms:W3CDTF">2026-04-15T16:46:24Z</dcterms:modified>
</cp:coreProperties>
</file>